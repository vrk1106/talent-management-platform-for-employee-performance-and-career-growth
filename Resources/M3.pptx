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964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3 — Sphere Voice AI Assistant &amp; AI Study Sprints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187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Delivering hands-free voice intelligence plus structured, AI-driven study workflows. This milestone combines a production-ready voice assistant (STT → intent → TTS), system automation via voice, and a reusable 6-day sprint generator optimized for trainee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373"/>
            <a:ext cx="10868745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Product: Sphere Voice AI Assistant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933" y="2828925"/>
            <a:ext cx="1904952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5833" y="1640780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Capabilities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55833" y="2091829"/>
            <a:ext cx="5780637" cy="1799828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Speech-to-Text (low-latency, noise-robust) feeding NLU for intent &amp; slot extraction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Context-aware Text-to-Speech answers with selectable voice personas and SSML support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Multilingual audio input and output — built to scale across languages (first release: 4 languages)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55833" y="4062214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Design &amp; Reliability Priorities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755833" y="4513263"/>
            <a:ext cx="5780637" cy="1519734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Deterministic handoffs: audio → transcript → intent → action with traceable context IDs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Fallbacks: confidence thresholds, clarification prompts, and server-side re-querying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Privacy-first: ephemeral audio storage, user opt-ins for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699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Voice-Driven Tool Execution — Actions You Can Say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37495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337495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Fetch Trainee Metrics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041452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“Hey Sphere, show Sam’s weekly mastery score.” Returns per-lesson metrics, recent activity, and flags for intervention.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337495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337495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Trigger Exam Creation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041452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“Create a Day-5 gateway exam for Module 3.” Generates question set, rubric, and schedules proctoring rules.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337495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337495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Dispatch Announcements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041452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“Announce sprint kickoff to cohort B.” Sends multi-channel notice (in-app, email, voice summary) with delivery trace.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476617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Actions are modeled as idempotent commands with audit logs and RBAC checks. Voice confirmations and undo flows reduce accidental operations.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434"/>
            <a:ext cx="1086874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6-Day AI Study Sprint Orchestrator (with Multilingual Voice Support)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395" y="2862659"/>
            <a:ext cx="3799189" cy="10052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7498" y="3202566"/>
            <a:ext cx="574267" cy="1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1 Setup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977498" y="3334639"/>
            <a:ext cx="574267" cy="1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Configure sprint, establish baseline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2635566" y="3090828"/>
            <a:ext cx="574267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2 Micro-lessons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635566" y="3325728"/>
            <a:ext cx="574267" cy="20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focused lessons and materials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293634" y="3202566"/>
            <a:ext cx="574267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3 Practice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293634" y="3437465"/>
            <a:ext cx="574267" cy="1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skills with feedback loops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3951701" y="3090828"/>
            <a:ext cx="574267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4 Deep Review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951701" y="3325728"/>
            <a:ext cx="574267" cy="20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Consolidate concepts and weak spots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4613425" y="3202566"/>
            <a:ext cx="574266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5 Gateway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613425" y="3437465"/>
            <a:ext cx="574266" cy="1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Timed exam to assess mastery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61475" y="3954959"/>
            <a:ext cx="5845029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Each sprint is auto-generated by the AI planner: curated daily tasks, prioritized reference materials, suggested time budgets, Day‑5 gateway exam creation, and a Day‑7 Voice Socratic interview for oral mastery checks.       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7923" y="1059755"/>
            <a:ext cx="302312" cy="302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07923" y="1458714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Multilingual Chat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807923" y="1725017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4-language support with smart selection popups. Voice UI adapts phrasing and TTS voice per locale.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7923" y="2197001"/>
            <a:ext cx="302312" cy="302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07923" y="2595959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Adaptive Scheduling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807923" y="2862263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daily task timing based on learner engagement signals and preferred study windows.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7923" y="3334246"/>
            <a:ext cx="302312" cy="302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7923" y="3733205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Assessment &amp; Gates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07923" y="3999508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Day‑5 gating exam plus pass/fail criteria that feed the next sprint’s difficulty tuning.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7923" y="4471491"/>
            <a:ext cx="302312" cy="302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07923" y="4870450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Voice Socratic Interviews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807923" y="5136753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Oral assessments that prompt reasoning, record responses, and provide targeted coach feedback.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807923" y="5541070"/>
            <a:ext cx="4728647" cy="675382"/>
          </a:xfrm>
          <a:prstGeom prst="roundRect">
            <a:avLst>
              <a:gd name="adj" fmla="val 7521"/>
            </a:avLst>
          </a:prstGeom>
          <a:solidFill>
            <a:srgbClr val="F7EDD4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8768" y="5663406"/>
            <a:ext cx="151106" cy="1208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00720" y="5640784"/>
            <a:ext cx="4215005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Implementation notes: prioritize low-latency STT for live interviews, use speaker diarization for multi-learner sessions, and retain consented audio for quality review.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2026-08-23T07:58:13Z</dcterms:created>
  <dcterms:modified xsi:type="dcterms:W3CDTF">2026-08-23T07:58:13Z</dcterms:modified>
</cp:coreProperties>
</file>