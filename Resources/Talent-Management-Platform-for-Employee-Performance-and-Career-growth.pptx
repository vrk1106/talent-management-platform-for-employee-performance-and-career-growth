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9348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Talent Management Platform for Employee Performance and Career growth.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541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Accelerate workforce capability and career growth through intelligent performance tracking, automated skill assessments, structured 6-day study sprints, and instant semantic search across all internal training documentation.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4887714"/>
            <a:ext cx="6296860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591531" y="5796756"/>
            <a:ext cx="593868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Reshekumar V.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238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Platform Architecture &amp;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1475" y="87391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Document Ingestion to Career Growth in Four Stages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1426270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end-to-end, privacy-aware AI ecosystem powering enterprise training, semantic document search, automated assessments, and talent analytics.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9267" y="1710432"/>
            <a:ext cx="4233161" cy="4233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88599" y="2194957"/>
            <a:ext cx="1013176" cy="427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Document Ingestion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90433" y="2683785"/>
            <a:ext cx="1363977" cy="72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 &amp; training PDF upload, SHA-256 deduplication, layout preservation, and OCR extraction.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0487" y="2191153"/>
            <a:ext cx="1272087" cy="427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Semantic Vector Engine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44601" y="2679981"/>
            <a:ext cx="1363977" cy="73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BAAI bge-large 1024-dim embeddings indexed in ChromaDB for local RAG retrieval.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84347" y="2657156"/>
            <a:ext cx="610544" cy="182597"/>
          </a:xfrm>
          <a:prstGeom prst="rect">
            <a:avLst/>
          </a:prstGeom>
          <a:noFill/>
          <a:ln/>
        </p:spPr>
        <p:txBody>
          <a:bodyPr wrap="none" lIns="0" tIns="6847" rIns="6847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bge-large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80040" y="4142067"/>
            <a:ext cx="1030531" cy="64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AI Exam &amp; Sprint Generator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90552" y="4844876"/>
            <a:ext cx="1363977" cy="72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exam synthesis, 6-day Sprint study plan creation, and instant score evaluation.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10671" y="4069313"/>
            <a:ext cx="1070354" cy="640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Talent Analytics &amp; Voice 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4601" y="4772122"/>
            <a:ext cx="1363977" cy="873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KPI tracking, performance dashboards, and real-time Sphere Voice AI interactions.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1475" y="6047780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stage operates within a secure environment, transforming raw corporate knowledge into measurable employee competency and career advancement.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25711"/>
            <a:ext cx="1205478" cy="258465"/>
          </a:xfrm>
          <a:prstGeom prst="roundRect">
            <a:avLst>
              <a:gd name="adj" fmla="val 22115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976709"/>
            <a:ext cx="16110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24539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Engineering the Enterprise Stack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2006600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high-performance, modular stack combining local privacy-aware AI with enterprise talent analytics and interactive voice intelligence.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37408"/>
            <a:ext cx="425241" cy="4252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8005" y="2437408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Flask MVC &amp; Glassmorphism UI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78005" y="2794893"/>
            <a:ext cx="472219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Flask backend with Jinja2 templates, Chart.js analytics, and custom Glassmorphism UI design system.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492" y="2437408"/>
            <a:ext cx="425241" cy="4252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08022" y="2437408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 Relational Database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808022" y="2794893"/>
            <a:ext cx="472219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Multi-table relational database storing user credentials, facial descriptors, exam templates, and 6-day study sprints.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76774"/>
            <a:ext cx="425241" cy="4252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8005" y="3876774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BAAI/bge-large-en-v1.5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278005" y="4234259"/>
            <a:ext cx="472219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High-density Sentence-Transformers model generating 1024-dimensional embeddings for semantic retrieval.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492" y="3876774"/>
            <a:ext cx="425241" cy="4252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8022" y="3876774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ChromaDB Vector Database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808022" y="4234259"/>
            <a:ext cx="472219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vector database for indexing dense document embeddings and metadata chunks.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57577"/>
            <a:ext cx="425241" cy="4252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78005" y="5057577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Groq LLM Engine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278005" y="5415062"/>
            <a:ext cx="472219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engine powering local context-aware RAG, automated AI exam synthesis, and 6-day study plan generation.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1492" y="5057577"/>
            <a:ext cx="425241" cy="4252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8022" y="5057577"/>
            <a:ext cx="472219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Sphere Voice AI &amp; Tool Engine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808022" y="5415062"/>
            <a:ext cx="472219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Web Speech API assistant with TTS audio readout and dynamic backend tool calling for analytics.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2026-08-23T08:12:59Z</dcterms:created>
  <dcterms:modified xsi:type="dcterms:W3CDTF">2026-08-23T08:12:59Z</dcterms:modified>
</cp:coreProperties>
</file>