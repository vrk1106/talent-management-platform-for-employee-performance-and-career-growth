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embeddedFontLst>
    <p:embeddedFont>
      <p:font typeface="DM Sans"/>
      <p:regular r:id="rId201314"/>
    </p:embeddedFont>
    <p:embeddedFont>
      <p:font typeface="DM Sans Bold"/>
      <p:regular r:id="rId201315"/>
    </p:embeddedFont>
    <p:embeddedFont>
      <p:font typeface="Libre Baskerville"/>
      <p:regular r:id="rId201316"/>
    </p:embeddedFont>
    <p:embeddedFont>
      <p:font typeface="Libre Baskerville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796455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Milestone 1 — Robust Document Ingestion &amp; Semantic Retrieval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851870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Establish a production-ready foundation for document ingestion, vector indexing, and retrieval. This card summarizes core components and design choices that maximize accuracy, traceability, and retrieval relevance for downstream ML systems.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4753"/>
            <a:ext cx="10868745" cy="401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Ingestion &amp; Text Preparation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6633" y="2779713"/>
            <a:ext cx="1904952" cy="1905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35097" y="1324769"/>
            <a:ext cx="5801374" cy="1672431"/>
          </a:xfrm>
          <a:prstGeom prst="roundRect">
            <a:avLst>
              <a:gd name="adj" fmla="val 4035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902078" y="1491754"/>
            <a:ext cx="546741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PDF Ingestion Pipeline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902078" y="1879302"/>
            <a:ext cx="5467412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        SHA-256 content hashing for deduplication (pre-store). Primary extraction with PyPDF to preserve logical layout; automatic OCR fallback for scanned or image-based pages. Store extracted metadata (filename, page, coordinates, timestamp).           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735097" y="3133725"/>
            <a:ext cx="5801374" cy="1672431"/>
          </a:xfrm>
          <a:prstGeom prst="roundRect">
            <a:avLst>
              <a:gd name="adj" fmla="val 4035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02078" y="3300710"/>
            <a:ext cx="546741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Layout &amp; Provenance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902078" y="3688259"/>
            <a:ext cx="5467412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        Preserve layout blocks (headings, paragraphs, tables) and per-chunk source pointers (file → page → bbox). Include extraction confidence score for each chunk to support downstream filtering and QA.           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735097" y="4942681"/>
            <a:ext cx="5801374" cy="1196975"/>
          </a:xfrm>
          <a:prstGeom prst="roundRect">
            <a:avLst>
              <a:gd name="adj" fmla="val 5638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02078" y="5109666"/>
            <a:ext cx="546741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Sanitization &amp; Normalization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902078" y="5497215"/>
            <a:ext cx="5467412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Normalize whitespace, remove non-text artifacts, canonicalize Unicode, and tag language. Keep a short raw-text snapshot for auditing.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72232"/>
            <a:ext cx="1038993" cy="229691"/>
          </a:xfrm>
          <a:prstGeom prst="roundRect">
            <a:avLst>
              <a:gd name="adj" fmla="val 22120"/>
            </a:avLst>
          </a:prstGeom>
          <a:noFill/>
          <a:ln w="6350">
            <a:solidFill>
              <a:srgbClr val="B88E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2159" y="917575"/>
            <a:ext cx="146721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776070" y="872232"/>
            <a:ext cx="771109" cy="229691"/>
          </a:xfrm>
          <a:prstGeom prst="roundRect">
            <a:avLst>
              <a:gd name="adj" fmla="val 22120"/>
            </a:avLst>
          </a:prstGeom>
          <a:noFill/>
          <a:ln w="6350">
            <a:solidFill>
              <a:srgbClr val="B88E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66754" y="917575"/>
            <a:ext cx="119932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RETRIEVAL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1475" y="1150243"/>
            <a:ext cx="10868745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Chunking, Embeddings &amp; Retrieval Architecture</a:t>
            </a:r>
            <a:endParaRPr lang="en-US" sz="23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845667"/>
            <a:ext cx="5924104" cy="12540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1730" y="2136874"/>
            <a:ext cx="558359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Chunking Strategy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31730" y="2494062"/>
            <a:ext cx="5583594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1000-character chunks with 200-character overlap, plus source pointers and SHA-256.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8283" y="3220641"/>
            <a:ext cx="5697296" cy="125402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8538" y="3511848"/>
            <a:ext cx="5356786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Embeddings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058538" y="3869035"/>
            <a:ext cx="5356786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BAAI bge-large-en-v1.5 creates 1024-d, L2-normalized vectors with versioned metadata.</a:t>
            </a:r>
            <a:endParaRPr 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5092" y="4595614"/>
            <a:ext cx="5470487" cy="125402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5347" y="4886821"/>
            <a:ext cx="512997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Vector Store &amp; Retrieval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85347" y="5244009"/>
            <a:ext cx="512997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Local ChromaDB stores vectors and metadata. Top-K cosine search returns ranked chunks with provenance.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851975" y="1709638"/>
            <a:ext cx="4793336" cy="4276030"/>
          </a:xfrm>
          <a:prstGeom prst="roundRect">
            <a:avLst>
              <a:gd name="adj" fmla="val 2546"/>
            </a:avLst>
          </a:prstGeom>
          <a:solidFill>
            <a:srgbClr val="B88E23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6167" y="1845667"/>
            <a:ext cx="1904952" cy="190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2026-08-23T07:38:57Z</dcterms:created>
  <dcterms:modified xsi:type="dcterms:W3CDTF">2026-08-23T07:38:57Z</dcterms:modified>
</cp:coreProperties>
</file>