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6182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4 — Delivery Summary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104430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Concise overview of Milestone 4: delivered automated email notification service, database-aware chatbot enhancements, ASGI server performance upgrades, SQLite WAL resilience fixes, and final UI/branding for the Talent Management Platform.   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416697"/>
            <a:ext cx="19852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3602534"/>
            <a:ext cx="16135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Scope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985320"/>
            <a:ext cx="161355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Notifications, chatbot DB integration, server performance, DB locking resilience, UI/brand finalization.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17246" y="3416697"/>
            <a:ext cx="19852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03078" y="3602534"/>
            <a:ext cx="16135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Audience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003078" y="3985320"/>
            <a:ext cx="1613554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 engineering and product teams evaluating Milestone 4 deliverables.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73017" y="3416697"/>
            <a:ext cx="19853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8849" y="3602534"/>
            <a:ext cx="16136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Goal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158849" y="3985320"/>
            <a:ext cx="1613653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Operational readiness, reliability under load, and polished user-facing experience for rollout.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324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Components &amp; Engineering Highlights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227" y="1520825"/>
            <a:ext cx="1904952" cy="1905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1174055"/>
            <a:ext cx="5284556" cy="7049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38342" y="1309588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Email Notification Service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38342" y="1581348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Templated SMTP notifications with retry, backoff, and audit logging.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1958777"/>
            <a:ext cx="5284556" cy="8670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38342" y="2094309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DB-Aware Chatbot Intelligence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38342" y="2366070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controlled read access to trainee records and score tables for live lookups and summaries.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014" y="2905621"/>
            <a:ext cx="5284556" cy="8670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38342" y="3041154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+ Uvicorn Architecture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38342" y="3312914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Moved to FastAPI on Uvicorn, with CPU-heavy search isolated to keep requests responsive.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661475" y="3982938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945" y="4205883"/>
            <a:ext cx="1904952" cy="19050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5350" y="4683323"/>
            <a:ext cx="354698" cy="44330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929859" y="4683323"/>
            <a:ext cx="2026095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 WAL Lock Resilience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929859" y="5147072"/>
            <a:ext cx="202609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 mode and connection retry logic reduced Windows file-lock freezes.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5766" y="4683323"/>
            <a:ext cx="354698" cy="44330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510276" y="4683323"/>
            <a:ext cx="202619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Controls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9510276" y="4955084"/>
            <a:ext cx="202619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checks, circuit breakers, and graceful shutdowns improved runtime stability.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966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UX, Branding, Release &amp; Next Steps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271885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Finalized UI/UX with glassmorphism cards, accessible light/dark themes, and brand assets for "Talent Management Platform for Employee Performance and Career Growth." Design tokens and component library published.   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86323" y="1843286"/>
            <a:ext cx="19050" cy="3485852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5" name="Shape 3"/>
          <p:cNvSpPr/>
          <p:nvPr/>
        </p:nvSpPr>
        <p:spPr>
          <a:xfrm>
            <a:off x="5491174" y="2003822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6" name="Shape 4"/>
          <p:cNvSpPr/>
          <p:nvPr/>
        </p:nvSpPr>
        <p:spPr>
          <a:xfrm>
            <a:off x="5925741" y="1843286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2394" y="187161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1895177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Release checklist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203946"/>
            <a:ext cx="4678345" cy="997545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 signoff on notifications and chatbot responses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test p95 latency targets met for ASGI service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 WAL monitoring in place with alerting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assets and theme tokens merged into main repo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6904" y="2850555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1" name="Shape 9"/>
          <p:cNvSpPr/>
          <p:nvPr/>
        </p:nvSpPr>
        <p:spPr>
          <a:xfrm>
            <a:off x="5925741" y="269001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2394" y="27183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851875" y="2741910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&amp; Mitigation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1875" y="3050679"/>
            <a:ext cx="4678345" cy="1390650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SMTP throttling → Mitigation: queued dispatch with rate limiter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DB read hotspots from chatbot → Mitigation: read replicas &amp; caching for summaries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Vector search CPU spikes → Mitigation: dedicated workers via ThreadPoolExecutor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91174" y="384710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25741" y="3686572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2394" y="371489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3738463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Recommended Next Steps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4047232"/>
            <a:ext cx="4678345" cy="1172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staged rollout to 10% of accounts and monitor delivery &amp; latency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read-replica for high-volume analytics queries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 off branding assets and component docs to product and marketing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475" y="5465167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F7EDD4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680" y="5637609"/>
            <a:ext cx="189007" cy="1512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52893" y="5623917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Key takeaway: Milestone 4 delivers production-grade notifications, DB-integrated conversational intelligence, improved ASGI performance, and durable SQLite operations — ready for staged rollout under monitoring.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2026-08-23T08:05:31Z</dcterms:created>
  <dcterms:modified xsi:type="dcterms:W3CDTF">2026-08-23T08:05:31Z</dcterms:modified>
</cp:coreProperties>
</file>